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104" y="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2786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02C39A">
              <a:alpha val="18000"/>
            </a:srgbClr>
          </a:solidFill>
          <a:ln/>
        </p:spPr>
      </p:sp>
      <p:pic>
        <p:nvPicPr>
          <p:cNvPr id="4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85800"/>
            <a:ext cx="1051560" cy="1051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3317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UAS ALGORITMA DAN STRUKTUR DATA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7240" y="2697480"/>
            <a:ext cx="9875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 Manajemen</a:t>
            </a:r>
            <a:endParaRPr lang="en-US" sz="4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Kampus</a:t>
            </a:r>
            <a:endParaRPr lang="en-US" sz="4800" dirty="0"/>
          </a:p>
        </p:txBody>
      </p:sp>
      <p:sp>
        <p:nvSpPr>
          <p:cNvPr id="7" name="Shape 4"/>
          <p:cNvSpPr/>
          <p:nvPr/>
        </p:nvSpPr>
        <p:spPr>
          <a:xfrm>
            <a:off x="822960" y="4617720"/>
            <a:ext cx="4572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Studi Teknik Informatika – Fakultas Teknik – Universitas Perjuangan Tasikmalaya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5532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6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58064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4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Abian Jadwa Quesal A – 2503010049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4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Muhamad Atardiyansyahk – 2503010073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4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Wandi Saputra N – 2503010050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4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Rafi Fauzan Ramadhan – 2503010052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914400"/>
            <a:ext cx="2926080" cy="2926080"/>
          </a:xfrm>
          <a:prstGeom prst="ellipse">
            <a:avLst/>
          </a:prstGeom>
          <a:solidFill>
            <a:srgbClr val="028090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 – PENDAHULUAN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2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Latar Belakang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64922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Kegiatan kampus seperti seminar, workshop, dan lomba semakin banyak diselenggarakan setiap semester, sehingga kebutuhan pengelolaan informasi yang terorganisir menjadi penting.</a:t>
            </a:r>
            <a:endParaRPr lang="en-US" sz="1400" dirty="0"/>
          </a:p>
          <a:p>
            <a:pPr marL="0" indent="0" algn="l">
              <a:lnSpc>
                <a:spcPct val="135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Pengelolaan data event secara manual menimbulkan masalah: pencatatan data, manajemen peserta, penyusunan jadwal, dan pencarian informasi acara menjadi tidak efisien.</a:t>
            </a:r>
            <a:endParaRPr lang="en-US" sz="1400" dirty="0"/>
          </a:p>
          <a:p>
            <a:pPr marL="0" indent="0" algn="l">
              <a:lnSpc>
                <a:spcPct val="135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Manajemen Event Kampus dirancang untuk menyimpan data event, mencatat peserta, menampilkan jadwal, struktur kepanitiaan, dan pencarian event secara cepat.</a:t>
            </a:r>
            <a:endParaRPr lang="en-US" sz="14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ini menerapkan tiga struktur data inti: Linked List, Queue, dan Array, sesuai kebutuhan pengelolaan datanya masing-masing.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52360" y="173736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2A34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99248" y="2029968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980" y="21717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503920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 List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503920" y="2331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event dinamis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52360" y="315468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2A34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699248" y="3447288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0980" y="35890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503920" y="3337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Queue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8503920" y="3749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Antrian peserta (FIFO)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452360" y="457200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2A34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699248" y="4864608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0980" y="500634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03920" y="4754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503920" y="5166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Jadwal kegiatan tetap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MANAJEMEN EVENT KAMPUS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 – PENDAHULUAN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Rumusan Masalah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881360" cy="676656"/>
          </a:xfrm>
          <a:prstGeom prst="roundRect">
            <a:avLst>
              <a:gd name="adj" fmla="val 8108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938528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38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91640" y="1874520"/>
            <a:ext cx="9144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kebutuhan sistem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2715768"/>
            <a:ext cx="10881360" cy="676656"/>
          </a:xfrm>
          <a:prstGeom prst="roundRect">
            <a:avLst>
              <a:gd name="adj" fmla="val 8108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779776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7797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91640" y="2715768"/>
            <a:ext cx="9144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Desain sistem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3557016"/>
            <a:ext cx="10881360" cy="676656"/>
          </a:xfrm>
          <a:prstGeom prst="roundRect">
            <a:avLst>
              <a:gd name="adj" fmla="val 8108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621024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6210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91640" y="3557016"/>
            <a:ext cx="9144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data yang digunakan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0080" y="4398264"/>
            <a:ext cx="10881360" cy="676656"/>
          </a:xfrm>
          <a:prstGeom prst="roundRect">
            <a:avLst>
              <a:gd name="adj" fmla="val 8108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462272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462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91640" y="4398264"/>
            <a:ext cx="9144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Alasan pemilihan struktur data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40080" y="5239512"/>
            <a:ext cx="10881360" cy="676656"/>
          </a:xfrm>
          <a:prstGeom prst="roundRect">
            <a:avLst>
              <a:gd name="adj" fmla="val 8108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530352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303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91640" y="5239512"/>
            <a:ext cx="9144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Pembagian tugas anggota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MANAJEMEN EVENT KAMPUS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 – PEMBAHASAN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Kebutuhan Sistem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harus mampu menjalankan fungsi-fungsi berikut: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492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2A34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2140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965960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Menambahkan data event baru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63640" y="1965960"/>
            <a:ext cx="53492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2A34">
                <a:alpha val="1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121408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0" y="1965960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Menampilkan seluruh event tersedia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0080" y="2788920"/>
            <a:ext cx="53492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2A34">
                <a:alpha val="10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944368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2788920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Mendaftarkan peserta ke kegiatan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263640" y="2788920"/>
            <a:ext cx="53492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2A34">
                <a:alpha val="10000"/>
              </a:srgbClr>
            </a:outerShdw>
          </a:effectLst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2944368"/>
            <a:ext cx="347472" cy="3474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49440" y="2788920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Menampilkan daftar peserta terdaftar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640080" y="3611880"/>
            <a:ext cx="53492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2A34">
                <a:alpha val="10000"/>
              </a:srgbClr>
            </a:outerShdw>
          </a:effectLst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767328"/>
            <a:ext cx="347472" cy="34747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25880" y="3611880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Menampilkan jadwal kegiatan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6263640" y="3611880"/>
            <a:ext cx="53492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2A34">
                <a:alpha val="10000"/>
              </a:srgbClr>
            </a:outerShdw>
          </a:effectLst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3767328"/>
            <a:ext cx="347472" cy="34747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949440" y="3611880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Menampilkan struktur kepanitiaan</a:t>
            </a:r>
            <a:endParaRPr lang="en-US" sz="1300" dirty="0"/>
          </a:p>
        </p:txBody>
      </p:sp>
      <p:sp>
        <p:nvSpPr>
          <p:cNvPr id="23" name="Shape 15"/>
          <p:cNvSpPr/>
          <p:nvPr/>
        </p:nvSpPr>
        <p:spPr>
          <a:xfrm>
            <a:off x="640080" y="4434840"/>
            <a:ext cx="53492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2A34">
                <a:alpha val="10000"/>
              </a:srgbClr>
            </a:outerShdw>
          </a:effectLst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4590288"/>
            <a:ext cx="347472" cy="34747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325880" y="4434840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Mencari event berdasarkan nama</a:t>
            </a:r>
            <a:endParaRPr lang="en-US" sz="1300" dirty="0"/>
          </a:p>
        </p:txBody>
      </p:sp>
      <p:sp>
        <p:nvSpPr>
          <p:cNvPr id="26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MANAJEMEN EVENT KAMPUS</a:t>
            </a:r>
            <a:endParaRPr lang="en-US" sz="900" dirty="0"/>
          </a:p>
        </p:txBody>
      </p:sp>
      <p:sp>
        <p:nvSpPr>
          <p:cNvPr id="27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 – PEMBAHASAN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yang Dikelola &amp; Fitur Aplikasi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4572000"/>
          </a:xfrm>
          <a:prstGeom prst="roundRect">
            <a:avLst>
              <a:gd name="adj" fmla="val 1600"/>
            </a:avLst>
          </a:prstGeom>
          <a:solidFill>
            <a:srgbClr val="0B2A3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YANG DISIMPAN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Event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64261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event, tanggal event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Peserta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60273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peserta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2519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Jadwal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456285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Pembukaan, seminar, workshop, diskusi, penutupan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5212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Panitia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552297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Ketua, sekretaris, bendahara, divisi-divisi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72200" y="1737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APLIKASI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2148840"/>
            <a:ext cx="5349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2A34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239572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2514600"/>
            <a:ext cx="219456" cy="21945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040880" y="22677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Event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040880" y="26060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Tambah, tampilkan, cari event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172200" y="3246120"/>
            <a:ext cx="5349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2A34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400800" y="349300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3611880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040880" y="336499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Peserta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7040880" y="37033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&amp; tampilkan peserta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172200" y="4343400"/>
            <a:ext cx="5349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2A34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400800" y="459028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4709160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040880" y="44622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Informasi Acara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7040880" y="48006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Tampilkan jadwal &amp; struktur panitia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6172200" y="5440680"/>
            <a:ext cx="5349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2A34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6400800" y="568756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5806440"/>
            <a:ext cx="219456" cy="219456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040880" y="55595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</a:t>
            </a:r>
            <a:endParaRPr lang="en-US" sz="1500" dirty="0"/>
          </a:p>
        </p:txBody>
      </p:sp>
      <p:sp>
        <p:nvSpPr>
          <p:cNvPr id="34" name="Text 28"/>
          <p:cNvSpPr/>
          <p:nvPr/>
        </p:nvSpPr>
        <p:spPr>
          <a:xfrm>
            <a:off x="7040880" y="58978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interaktif &amp; keluar program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MANAJEMEN EVENT KAMPUS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 – PEMBAHASAN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Desain Sistem – Flowchart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903720" y="1554480"/>
            <a:ext cx="4102566" cy="4937760"/>
          </a:xfrm>
          <a:prstGeom prst="roundRect">
            <a:avLst>
              <a:gd name="adj" fmla="val 1783"/>
            </a:avLst>
          </a:prstGeom>
          <a:solidFill>
            <a:srgbClr val="0B2A34"/>
          </a:solidFill>
          <a:ln/>
          <a:effectLst>
            <a:outerShdw blurRad="127000" dist="38100" dir="5400000" algn="bl" rotWithShape="0">
              <a:srgbClr val="0B2A34">
                <a:alpha val="15000"/>
              </a:srgbClr>
            </a:outerShdw>
          </a:effectLst>
        </p:spPr>
      </p:sp>
      <p:pic>
        <p:nvPicPr>
          <p:cNvPr id="5" name="Image 0" descr="assets/flow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783080"/>
            <a:ext cx="3462486" cy="4480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828800"/>
            <a:ext cx="57607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0B2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Program</a:t>
            </a:r>
            <a:endParaRPr lang="en-US" sz="1400" dirty="0"/>
          </a:p>
          <a:p>
            <a:pPr marL="0" indent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dimulai dengan menampilkan menu utama kepada pengguna.</a:t>
            </a:r>
            <a:endParaRPr lang="en-US" sz="1400" dirty="0"/>
          </a:p>
          <a:p>
            <a:pPr marL="0" indent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 memilih salah satu dari 8 menu: tambah event, tampilkan event, daftar peserta, tampilkan peserta, jadwal, struktur panitia, cari event, atau keluar.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aksi selesai, program kembali ke menu hingga pengguna memilih keluar.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MANAJEMEN EVENT KAMPUS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 – PEMBAHASAN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Desain Sistem – Tampilan Menu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394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0B2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Antarmuka Program</a:t>
            </a:r>
            <a:endParaRPr lang="en-US" sz="1400" dirty="0"/>
          </a:p>
          <a:p>
            <a:pPr marL="0" indent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berjalan pada antarmuka teks (CLI) dengan menu interaktif bernomor 1–8.</a:t>
            </a:r>
            <a:endParaRPr lang="en-US" sz="1400" dirty="0"/>
          </a:p>
          <a:p>
            <a:pPr marL="0" indent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 cukup memasukkan angka menu yang diinginkan untuk menjalankan fitur terkait.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Desain menu yang sederhana memudahkan mahasiswa maupun panitia menggunakan sistem tanpa pelatihan khusus.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63640" y="2103120"/>
            <a:ext cx="5577840" cy="4046403"/>
          </a:xfrm>
          <a:prstGeom prst="roundRect">
            <a:avLst>
              <a:gd name="adj" fmla="val 1808"/>
            </a:avLst>
          </a:prstGeom>
          <a:solidFill>
            <a:srgbClr val="0B2A34"/>
          </a:solidFill>
          <a:ln/>
          <a:effectLst>
            <a:outerShdw blurRad="127000" dist="38100" dir="5400000" algn="bl" rotWithShape="0">
              <a:srgbClr val="0B2A34">
                <a:alpha val="15000"/>
              </a:srgbClr>
            </a:outerShdw>
          </a:effectLst>
        </p:spPr>
      </p:sp>
      <p:pic>
        <p:nvPicPr>
          <p:cNvPr id="6" name="Image 0" descr="assets/men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468880"/>
            <a:ext cx="4846320" cy="33148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MANAJEMEN EVENT KAMPUS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 – PEMBAHASAN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Struktur Data yang Digunakan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45720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2A3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1168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1945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8346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 List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32461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Menyimpan data event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38404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 / DATA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14400" y="4142232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 event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Tampilkan event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 event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89120" y="1691640"/>
            <a:ext cx="3520440" cy="45720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2A34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201168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19456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63440" y="28346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Queue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663440" y="32461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Antrian peserta yang mendaftar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663440" y="38404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 / DATA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663440" y="4142232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 (daftar peserta)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Menampilkan peserta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138160" y="1691640"/>
            <a:ext cx="3520440" cy="45720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2A34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458200" y="2011680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0" y="219456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12480" y="28346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8412480" y="32461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Menyimpan jadwal acara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8412480" y="38404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 / DATA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8412480" y="4142232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Pembukaan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Penutupan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MANAJEMEN EVENT KAMPUS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4389120"/>
            <a:ext cx="2926080" cy="292608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 – PEMBAHASAN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Alasan Pemilihan Struktur Data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520440" cy="4572000"/>
          </a:xfrm>
          <a:prstGeom prst="roundRect">
            <a:avLst>
              <a:gd name="adj" fmla="val 2078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659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 List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ALASAN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807208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event tidak diketahui sebelumnya; data dapat ditambah secara dinamis tanpa menentukan ukuran awal.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4480560"/>
            <a:ext cx="2971800" cy="9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6177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KELEBIHAN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4910328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Fleksibel &amp; mudah menambah data baru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0" y="1691640"/>
            <a:ext cx="3520440" cy="4572000"/>
          </a:xfrm>
          <a:prstGeom prst="roundRect">
            <a:avLst>
              <a:gd name="adj" fmla="val 2078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9659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Queue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663440" y="25146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ALASAN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2807208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Pendaftaran peserta mengikuti urutan kedatangan (FIFO); peserta pertama mendaftar berada di posisi awal.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63440" y="4480560"/>
            <a:ext cx="2971800" cy="9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46177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KELEBIHAN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63440" y="4910328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Sesuai konsep FIFO, mudah kelola antrian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38160" y="1691640"/>
            <a:ext cx="3520440" cy="4572000"/>
          </a:xfrm>
          <a:prstGeom prst="roundRect">
            <a:avLst>
              <a:gd name="adj" fmla="val 2078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19659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412480" y="25146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ALASAN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12480" y="2807208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Jadwal acara jumlahnya tetap dan datanya jarang berubah.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412480" y="4480560"/>
            <a:ext cx="2971800" cy="9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0" y="46177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KELEBIHAN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12480" y="4910328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data cepat &amp; implementasi sederhana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MANAJEMEN EVENT KAMPUS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 – PEMBAHASAN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Pembagian Tugas Anggota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2A3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4767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206654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11096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Abian Jadwa Quesal 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560320"/>
            <a:ext cx="480060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Queue peserta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pendaftaran peserta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</a:t>
            </a:r>
            <a:r>
              <a:rPr lang="en-US" sz="1200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</a:t>
            </a:r>
            <a:r>
              <a:rPr lang="en-US" sz="12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peserta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349240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2A34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9672" y="194767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44" y="2066544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911096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Muhamad Atardiyansyahk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37960" y="2560320"/>
            <a:ext cx="480060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Array jadwal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jadwal acara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kepanitiaan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032504"/>
            <a:ext cx="5349240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2A34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6112" y="428853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4407408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25196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Wandi Saputra 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14400" y="4901184"/>
            <a:ext cx="480060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 Main Program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menu aplikasi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pencarian event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4032504"/>
            <a:ext cx="5349240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2A34">
                <a:alpha val="10000"/>
              </a:srgbClr>
            </a:outerShdw>
          </a:effectLst>
        </p:spPr>
        <p:txBody>
          <a:bodyPr/>
          <a:lstStyle/>
          <a:p>
            <a:endParaRPr lang="en-ID" dirty="0"/>
          </a:p>
        </p:txBody>
      </p:sp>
      <p:sp>
        <p:nvSpPr>
          <p:cNvPr id="20" name="Shape 15"/>
          <p:cNvSpPr/>
          <p:nvPr/>
        </p:nvSpPr>
        <p:spPr>
          <a:xfrm>
            <a:off x="6519672" y="428853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44" y="4407408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425196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Rafi Fauzan Ramadhan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537960" y="4901184"/>
            <a:ext cx="480060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Linked List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tambah event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</a:t>
            </a:r>
            <a:r>
              <a:rPr lang="en-US" sz="1200" dirty="0" err="1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</a:t>
            </a:r>
            <a:r>
              <a:rPr lang="en-US" sz="12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event</a:t>
            </a:r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MANAJEMEN EVENT KAMPUS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114800"/>
            <a:ext cx="3474720" cy="347472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III – PENUTUP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Kesimpulan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61264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Penggunaan struktur data yang berbeda membantu menyelesaikan kebutuhan sistem secara efektif dan efisien.</a:t>
            </a:r>
            <a:endParaRPr lang="en-US" sz="1500" dirty="0"/>
          </a:p>
          <a:p>
            <a:pPr marL="0" indent="0">
              <a:lnSpc>
                <a:spcPct val="140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 menyimpan data event yang bersifat dinamis, Queue mengelola peserta sesuai urutan pendaftaran (FIFO), dan Array menyimpan jadwal kegiatan yang jumlahnya tetap.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telah mampu menjalankan fungsi dasar manajemen event kampus: menambah, menampilkan, dan mencari event; mendaftarkan dan menampilkan peserta; serta menampilkan jadwal dan struktur panitia.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223760" y="2011680"/>
            <a:ext cx="4297680" cy="3840480"/>
          </a:xfrm>
          <a:prstGeom prst="roundRect">
            <a:avLst>
              <a:gd name="adj" fmla="val 2381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15400" y="242316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265176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06640" y="3520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Tujuan Tercapai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589520" y="397764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dapat dikembangkan lebih lanjut pada versi berikutnya untuk mendukung pengelolaan event kampus secara lebih luas.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MANAJEMEN EVENT KAMPUS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028090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02C39A">
              <a:alpha val="12000"/>
            </a:srgbClr>
          </a:solidFill>
          <a:ln/>
        </p:spPr>
      </p:sp>
      <p:pic>
        <p:nvPicPr>
          <p:cNvPr id="4" name="Image 0" descr="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1488" y="12801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78892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B2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22960" y="356616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Manajemen Event Kampus – Kelompok 6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39776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dan Struktur Data – Universitas Perjuangan Tasikmalaya –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773</Words>
  <Application>Microsoft Office PowerPoint</Application>
  <PresentationFormat>Widescreen</PresentationFormat>
  <Paragraphs>173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 Manajemen Event Kampus</dc:title>
  <dc:subject>PptxGenJS Presentation</dc:subject>
  <dc:creator>Kelompok 6</dc:creator>
  <cp:lastModifiedBy>WANN</cp:lastModifiedBy>
  <cp:revision>3</cp:revision>
  <dcterms:created xsi:type="dcterms:W3CDTF">2026-07-06T11:40:28Z</dcterms:created>
  <dcterms:modified xsi:type="dcterms:W3CDTF">2026-07-07T03:07:08Z</dcterms:modified>
</cp:coreProperties>
</file>